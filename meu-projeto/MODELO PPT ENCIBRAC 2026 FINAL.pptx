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419" y="946818"/>
            <a:ext cx="426243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As dificuldades dos idosos no uso de aplicativos no smartphone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Dos Santos Souza</a:t>
            </a: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Lucas Matos Gomes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Kelvin Gama De Souza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6489" y="5969655"/>
            <a:ext cx="34987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ANALISE E DESENVOLVIMENTO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Idosos </a:t>
            </a:r>
            <a:b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</a:b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Aplicativo de Smartphone </a:t>
            </a:r>
            <a:b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</a:b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Inclusão Digital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500" b="1" dirty="0">
                <a:latin typeface="Verdana" pitchFamily="34" charset="0"/>
                <a:ea typeface="Verdana" pitchFamily="34" charset="0"/>
              </a:rPr>
              <a:t>PROBLEMÁTICA</a:t>
            </a:r>
          </a:p>
          <a:p>
            <a:pPr>
              <a:buNone/>
            </a:pPr>
            <a:r>
              <a:rPr lang="pt-BR" sz="1200" dirty="0">
                <a:latin typeface="Verdana" pitchFamily="34" charset="0"/>
                <a:ea typeface="Verdana" pitchFamily="34" charset="0"/>
              </a:rPr>
              <a:t>Exclusão digital da população idosa e baixa acessibilidade em aplicativos para smartphones.</a:t>
            </a:r>
          </a:p>
          <a:p>
            <a:pPr>
              <a:buNone/>
            </a:pPr>
            <a:r>
              <a:rPr lang="pt-BR" sz="1200" dirty="0">
                <a:latin typeface="Verdana" pitchFamily="34" charset="0"/>
                <a:ea typeface="Verdana" pitchFamily="34" charset="0"/>
              </a:rPr>
              <a:t>Impacto emocional: insegurança, receio de cometer erros e vulnerabilidade a golpes virtuais.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500" b="1" dirty="0">
                <a:latin typeface="Verdana" pitchFamily="34" charset="0"/>
                <a:ea typeface="Verdana" pitchFamily="34" charset="0"/>
              </a:rPr>
              <a:t>JUSTIFICATIVA</a:t>
            </a:r>
          </a:p>
          <a:p>
            <a:pPr>
              <a:buNone/>
            </a:pPr>
            <a:r>
              <a:rPr lang="pt-BR" sz="1200" dirty="0">
                <a:latin typeface="Verdana" pitchFamily="34" charset="0"/>
                <a:ea typeface="Verdana" pitchFamily="34" charset="0"/>
              </a:rPr>
              <a:t>Relevância social do envelhecimento populacional e da necessidade de inclusão tecnológica.</a:t>
            </a:r>
          </a:p>
          <a:p>
            <a:pPr>
              <a:buNone/>
            </a:pPr>
            <a:r>
              <a:rPr lang="pt-BR" sz="1200" dirty="0">
                <a:latin typeface="Verdana" pitchFamily="34" charset="0"/>
                <a:ea typeface="Verdana" pitchFamily="34" charset="0"/>
              </a:rPr>
              <a:t>Acesso a serviços essenciais (saúde, finanças e comunicação) como garantia de autonomia.</a:t>
            </a:r>
          </a:p>
          <a:p>
            <a:pPr>
              <a:buNone/>
            </a:pPr>
            <a:r>
              <a:rPr lang="pt-BR" sz="1200" dirty="0">
                <a:latin typeface="Verdana" pitchFamily="34" charset="0"/>
                <a:ea typeface="Verdana" pitchFamily="34" charset="0"/>
              </a:rPr>
              <a:t>Promoção da independência e prevenção do isolamento social da terceira idade.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500" b="1" dirty="0">
                <a:latin typeface="Verdana" pitchFamily="34" charset="0"/>
                <a:ea typeface="Verdana" pitchFamily="34" charset="0"/>
              </a:rPr>
              <a:t>OBJETIVO GERAL</a:t>
            </a:r>
          </a:p>
          <a:p>
            <a:pPr>
              <a:buNone/>
            </a:pPr>
            <a:r>
              <a:rPr lang="pt-BR" sz="1200" dirty="0">
                <a:latin typeface="Verdana" pitchFamily="34" charset="0"/>
                <a:ea typeface="Verdana" pitchFamily="34" charset="0"/>
              </a:rPr>
              <a:t>Investigar as principais dificuldades enfrentadas pelos idosos no uso de aplicativos em smartphones e apontar caminhos para a inclusão digital.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500" b="1" dirty="0">
                <a:latin typeface="Verdana" pitchFamily="34" charset="0"/>
                <a:ea typeface="Verdana" pitchFamily="34" charset="0"/>
              </a:rPr>
              <a:t>OBJETIVOS ESPECÍFICOS</a:t>
            </a:r>
          </a:p>
          <a:p>
            <a:pPr>
              <a:buNone/>
            </a:pPr>
            <a:r>
              <a:rPr lang="pt-BR" sz="1200" dirty="0">
                <a:latin typeface="Verdana" pitchFamily="34" charset="0"/>
                <a:ea typeface="Verdana" pitchFamily="34" charset="0"/>
              </a:rPr>
              <a:t>Identificar os principais obstáculos de usabilidade em interfaces mobile para a terceira idade.</a:t>
            </a:r>
          </a:p>
          <a:p>
            <a:pPr>
              <a:buNone/>
            </a:pPr>
            <a:r>
              <a:rPr lang="pt-BR" sz="1200" dirty="0">
                <a:latin typeface="Verdana" pitchFamily="34" charset="0"/>
                <a:ea typeface="Verdana" pitchFamily="34" charset="0"/>
              </a:rPr>
              <a:t>Compreender os fatores emocionais e sociais que dificultam a aprendizagem tecnológica.</a:t>
            </a:r>
          </a:p>
          <a:p>
            <a:pPr>
              <a:buNone/>
            </a:pPr>
            <a:r>
              <a:rPr lang="pt-BR" sz="1200" dirty="0">
                <a:latin typeface="Verdana" pitchFamily="34" charset="0"/>
                <a:ea typeface="Verdana" pitchFamily="34" charset="0"/>
              </a:rPr>
              <a:t>Propor diretrizes de design inclusivo e acessível voltadas ao público idoso.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600" b="1" dirty="0">
                <a:effectLst/>
                <a:latin typeface="Segoe UI" panose="020B0502040204020203" pitchFamily="34" charset="0"/>
              </a:rPr>
              <a:t>Como o estudo foi feito: </a:t>
            </a:r>
            <a:r>
              <a:rPr lang="pt-BR" sz="1600" dirty="0">
                <a:effectLst/>
                <a:latin typeface="Segoe UI" panose="020B0502040204020203" pitchFamily="34" charset="0"/>
              </a:rPr>
              <a:t>Revisão bibliográfica (pesquisa focada em ler e comparar artigos acadêmicos já publicados)</a:t>
            </a:r>
          </a:p>
          <a:p>
            <a:pPr algn="just">
              <a:buNone/>
            </a:pPr>
            <a:endParaRPr lang="pt-BR" sz="1600" dirty="0">
              <a:effectLst/>
              <a:latin typeface="Segoe UI" panose="020B0502040204020203" pitchFamily="34" charset="0"/>
            </a:endParaRPr>
          </a:p>
          <a:p>
            <a:pPr algn="just">
              <a:buNone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Onde buscamos: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Artigos e pesquisas recentes no Google Acadêmico e SciELO.</a:t>
            </a:r>
          </a:p>
          <a:p>
            <a:pPr algn="just"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algn="just">
              <a:buNone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Resultado prático: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Organização das informações em temas para entender as principais dificuldades e soluções no uso do celular.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-13758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Usabilidade de aplicativos e letramento digital na terceira idade — Kim et al. (2023)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Dificuldade no manuseio de interfaces e telas poluídas — Kim et al. (2023)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Limitações práticas no uso diário de smartphones — Nogueira et al. (2023)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Medo do erro e frustração no aprendizado familiar — Barros e Silva (2024)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Insegurança em relação a fraudes e golpes virtuais — Nogueira et al. (2023)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Design e Acessibilidade: Necessidade de interfaces simplificadas e fontes adaptadas.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Barreiras Emocionais: Insegurança, receio de cometer falhas e resistência ao uso.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Aspecto Social: O papel da família e a importância de apoiar a autonomia dos idosos.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Lacuna na Literatura: Poucos estudos sobre programas públicos de ensino digital comunitário.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Resposta ao Problema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: A exclusão digital decorre da junção entre design inadequado de aplicativos e inseguranças emocionais dos idosos.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Impacto e Relevância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: Acessibilidade tecnológica garante maior autonomia e previne o isolamento social.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Limitação da Pesquisa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: Uso de amostras reduzidas em parte dos artigos analisados na revisão.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Trabalhos Futuros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: Investigação e implementação de programas comunitários públicos voltados ao ensino prático de tecnologia.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BARROS, Mariana; SILVA, Jorge. A inclusão digital da terceira idade através do WhatsApp. </a:t>
            </a:r>
            <a:r>
              <a:rPr lang="pt-BR" sz="1400" b="1" dirty="0">
                <a:latin typeface="Verdana" pitchFamily="34" charset="0"/>
                <a:ea typeface="Verdana" pitchFamily="34" charset="0"/>
              </a:rPr>
              <a:t>Revista Brasileira de Tecnologia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, v. 12, n. 2, 2024.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en-US" sz="1400" dirty="0">
                <a:latin typeface="Verdana" pitchFamily="34" charset="0"/>
                <a:ea typeface="Verdana" pitchFamily="34" charset="0"/>
              </a:rPr>
              <a:t>KIM, M.; KIM, B.; PARK, S. Social Support, eHealth Literacy, and mHealth Use in Older Adults. </a:t>
            </a:r>
            <a:r>
              <a:rPr lang="en-US" sz="1400" b="1" dirty="0">
                <a:latin typeface="Verdana" pitchFamily="34" charset="0"/>
                <a:ea typeface="Verdana" pitchFamily="34" charset="0"/>
              </a:rPr>
              <a:t>Diabetes Journals / American Diabetes Association</a:t>
            </a:r>
            <a:r>
              <a:rPr lang="en-US" sz="1400" dirty="0">
                <a:latin typeface="Verdana" pitchFamily="34" charset="0"/>
                <a:ea typeface="Verdana" pitchFamily="34" charset="0"/>
              </a:rPr>
              <a:t>, v. 72, 2023.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NOGUEIRA, K. et al. Uso de smartphone por pessoas idosas no processo de envelhecimento saudável: uma teoria fundamentada nos dados. </a:t>
            </a:r>
            <a:r>
              <a:rPr lang="pt-BR" sz="1400" b="1" dirty="0">
                <a:latin typeface="Verdana" pitchFamily="34" charset="0"/>
                <a:ea typeface="Verdana" pitchFamily="34" charset="0"/>
              </a:rPr>
              <a:t>Revista Latino-Americana de Enfermagem (RLAE)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, v. 31, e3983, 2023.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</a:t>
            </a:r>
            <a:r>
              <a:rPr lang="pt-BR" sz="3200" dirty="0">
                <a:solidFill>
                  <a:schemeClr val="bg1"/>
                </a:solidFill>
              </a:rPr>
              <a:t>A tecnologia deve unir e promover a autonomia em todas as fases da vida.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”</a:t>
            </a:r>
          </a:p>
          <a:p>
            <a:pPr algn="ctr">
              <a:spcBef>
                <a:spcPct val="50000"/>
              </a:spcBef>
            </a:pPr>
            <a:endParaRPr lang="en-US" altLang="pt-BR" sz="3200" i="1" dirty="0">
              <a:solidFill>
                <a:schemeClr val="bg1"/>
              </a:solidFill>
              <a:latin typeface="Verdana" panose="020B0604030504040204" pitchFamily="34" charset="0"/>
            </a:endParaRPr>
          </a:p>
          <a:p>
            <a:pPr algn="ctr">
              <a:spcBef>
                <a:spcPct val="50000"/>
              </a:spcBef>
            </a:pPr>
            <a:r>
              <a:rPr lang="pt-BR" sz="2400" dirty="0">
                <a:solidFill>
                  <a:schemeClr val="bg1"/>
                </a:solidFill>
              </a:rPr>
              <a:t>                                             Obrigado(a) pela atenção!</a:t>
            </a:r>
            <a:endParaRPr lang="pt-BR" altLang="pt-BR" sz="2400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 algn="ctr">
              <a:spcBef>
                <a:spcPct val="50000"/>
              </a:spcBef>
            </a:pPr>
            <a:endParaRPr lang="en-US" altLang="pt-BR" sz="3200" i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580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LUCAS</cp:lastModifiedBy>
  <cp:revision>23</cp:revision>
  <dcterms:created xsi:type="dcterms:W3CDTF">2021-05-14T17:32:15Z</dcterms:created>
  <dcterms:modified xsi:type="dcterms:W3CDTF">2026-10-15T23:24:04Z</dcterms:modified>
</cp:coreProperties>
</file>