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135467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419" y="1027906"/>
            <a:ext cx="426243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As dificuldades dos idosos no uso de aplicativo no smartphone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</a:t>
            </a:r>
            <a:r>
              <a:rPr lang="pt-BR" sz="1200" b="1" i="0" dirty="0">
                <a:solidFill>
                  <a:srgbClr val="262626"/>
                </a:solidFill>
                <a:effectLst/>
                <a:latin typeface="Open Sans" panose="020B0604020202020204" pitchFamily="34" charset="0"/>
              </a:rPr>
              <a:t>Isabella Luiza Dos Santos Souza</a:t>
            </a:r>
            <a:b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Kelwin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Gama de Souza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Lucas Matos Gomes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NOME DO CURSO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530124"/>
            <a:ext cx="307230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Idosos </a:t>
            </a:r>
            <a:b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Aplicativo de Smartphone </a:t>
            </a:r>
            <a:b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</a:b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Inclusão Digital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83344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690688"/>
            <a:ext cx="6130925" cy="399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SOMENTE TÓPICOS – </a:t>
            </a:r>
            <a:r>
              <a:rPr lang="pt-BR" sz="1600" b="1" dirty="0"/>
              <a:t>Problemática</a:t>
            </a:r>
            <a:br>
              <a:rPr lang="pt-BR" sz="1200" dirty="0">
                <a:latin typeface="Verdana" pitchFamily="34" charset="0"/>
                <a:ea typeface="Verdana" pitchFamily="34" charset="0"/>
              </a:rPr>
            </a:br>
            <a:r>
              <a:rPr lang="pt-BR" sz="1200" dirty="0">
                <a:latin typeface="Verdana" pitchFamily="34" charset="0"/>
                <a:ea typeface="Verdana" pitchFamily="34" charset="0"/>
              </a:rPr>
              <a:t> </a:t>
            </a:r>
            <a:br>
              <a:rPr lang="pt-BR" sz="1200" dirty="0">
                <a:latin typeface="Verdana" pitchFamily="34" charset="0"/>
                <a:ea typeface="Verdana" pitchFamily="34" charset="0"/>
              </a:rPr>
            </a:br>
            <a:r>
              <a:rPr lang="pt-BR" sz="1200" b="1" u="none" strike="noStrike" dirty="0">
                <a:effectLst/>
                <a:latin typeface="Google Sans"/>
              </a:rPr>
              <a:t>Avanço digital acelerado:</a:t>
            </a:r>
            <a:r>
              <a:rPr lang="pt-BR" sz="1200" b="0" u="none" strike="noStrike" dirty="0">
                <a:effectLst/>
                <a:latin typeface="Google Sans"/>
              </a:rPr>
              <a:t> Presença da tecnologia em quase todas as tarefas do quotidiano.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200" b="1" u="none" strike="noStrike" dirty="0">
                <a:effectLst/>
                <a:latin typeface="Google Sans"/>
              </a:rPr>
              <a:t>Exclusão digital:</a:t>
            </a:r>
            <a:r>
              <a:rPr lang="pt-BR" sz="1200" b="0" u="none" strike="noStrike" dirty="0">
                <a:effectLst/>
                <a:latin typeface="Google Sans"/>
              </a:rPr>
              <a:t> Dificuldade crônica da população idosa em acompanhar essa evolução tecnológica.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200" b="1" u="none" strike="noStrike" dirty="0">
                <a:effectLst/>
                <a:latin typeface="Google Sans"/>
              </a:rPr>
              <a:t>Barreiras de acessibilidade:</a:t>
            </a:r>
            <a:r>
              <a:rPr lang="pt-BR" sz="1200" b="0" u="none" strike="noStrike" dirty="0">
                <a:effectLst/>
                <a:latin typeface="Google Sans"/>
              </a:rPr>
              <a:t> Falta de ferramentas e sistemas adaptados às limitações da terceira idade.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2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200" dirty="0">
                <a:latin typeface="Verdana" pitchFamily="34" charset="0"/>
                <a:ea typeface="Verdana" pitchFamily="34" charset="0"/>
              </a:rPr>
              <a:t>SOMENTE TÓPICOS – </a:t>
            </a:r>
            <a:r>
              <a:rPr lang="pt-BR" sz="1600" b="1" dirty="0"/>
              <a:t>JUSTIFICATIVA</a:t>
            </a:r>
            <a:br>
              <a:rPr lang="pt-BR" sz="1600" b="1" dirty="0"/>
            </a:br>
            <a:br>
              <a:rPr lang="pt-BR" sz="1200" dirty="0">
                <a:latin typeface="Verdana" pitchFamily="34" charset="0"/>
                <a:ea typeface="Verdana" pitchFamily="34" charset="0"/>
              </a:rPr>
            </a:br>
            <a:r>
              <a:rPr lang="pt-BR" sz="1200" b="1" u="none" strike="noStrike" dirty="0">
                <a:effectLst/>
                <a:latin typeface="Google Sans"/>
              </a:rPr>
              <a:t>Necessidade de adaptação:</a:t>
            </a:r>
            <a:r>
              <a:rPr lang="pt-BR" sz="1200" dirty="0"/>
              <a:t> Urgência em compreender os obstáculos para criar tecnologias mais acessíveis.</a:t>
            </a:r>
            <a:br>
              <a:rPr lang="pt-BR" sz="1200" dirty="0"/>
            </a:br>
            <a:br>
              <a:rPr lang="pt-BR" sz="1200" dirty="0"/>
            </a:br>
            <a:r>
              <a:rPr lang="pt-BR" sz="1200" b="1" u="none" strike="noStrike" dirty="0">
                <a:effectLst/>
                <a:latin typeface="Google Sans"/>
              </a:rPr>
              <a:t>Inclusão digital:</a:t>
            </a:r>
            <a:r>
              <a:rPr lang="pt-BR" sz="1200" dirty="0"/>
              <a:t> Garantir que a terceira idade consiga utilizar serviços essenciais no dia a dia.</a:t>
            </a:r>
            <a:br>
              <a:rPr lang="pt-BR" sz="1200" dirty="0"/>
            </a:br>
            <a:br>
              <a:rPr lang="pt-BR" sz="1200" dirty="0"/>
            </a:br>
            <a:r>
              <a:rPr lang="pt-BR" sz="1200" b="1" dirty="0"/>
              <a:t>Retorno Social</a:t>
            </a:r>
            <a:r>
              <a:rPr lang="pt-BR" sz="1200" dirty="0"/>
              <a:t>: Promover a autonomia, o bem-estar e a verdadeira inclusão social dos idosos	</a:t>
            </a:r>
            <a:br>
              <a:rPr lang="pt-BR" sz="1200" dirty="0"/>
            </a:br>
            <a:br>
              <a:rPr lang="pt-BR" sz="1200" dirty="0"/>
            </a:br>
            <a:br>
              <a:rPr lang="pt-BR" sz="1050" dirty="0"/>
            </a:b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 GERAL</a:t>
            </a: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r>
              <a:rPr lang="pt-BR" sz="1200" b="1" dirty="0"/>
              <a:t>Analisar as principais dificuldades enfrentadas por idosos no uso de aplicativos de smartphone e seu impacto na inclusão digital.</a:t>
            </a:r>
            <a:br>
              <a:rPr lang="pt-BR" sz="1200" b="1" dirty="0"/>
            </a:b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OBJETIVOS ESPECÍFICOS</a:t>
            </a: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r>
              <a:rPr lang="pt-BR" sz="1200" b="1" dirty="0"/>
              <a:t>Mapear os obstáculos físicos, visuais e de aprendizagem no uso de dispositivos móveis.</a:t>
            </a:r>
            <a:br>
              <a:rPr lang="pt-BR" sz="1200" b="1" dirty="0">
                <a:latin typeface="Verdana" pitchFamily="34" charset="0"/>
                <a:ea typeface="Verdana" pitchFamily="34" charset="0"/>
              </a:rPr>
            </a:br>
            <a:br>
              <a:rPr lang="pt-BR" sz="1200" b="1" dirty="0">
                <a:latin typeface="Verdana" pitchFamily="34" charset="0"/>
                <a:ea typeface="Verdana" pitchFamily="34" charset="0"/>
              </a:rPr>
            </a:br>
            <a:r>
              <a:rPr lang="pt-BR" sz="1200" b="1" dirty="0"/>
              <a:t>Investigar como a falta de acessibilidade afeta a autonomia e o quotidiano da terceira idade. </a:t>
            </a:r>
            <a:br>
              <a:rPr lang="pt-BR" sz="1200" b="1" dirty="0"/>
            </a:br>
            <a:br>
              <a:rPr lang="pt-BR" sz="1200" b="1" dirty="0"/>
            </a:br>
            <a:r>
              <a:rPr lang="pt-BR" sz="1200" b="1" dirty="0"/>
              <a:t>Sintetizar as soluções e boas práticas da literatura científica para tornar aplicativos mais </a:t>
            </a:r>
            <a:br>
              <a:rPr lang="pt-BR" sz="1200" b="1" dirty="0"/>
            </a:br>
            <a:r>
              <a:rPr lang="pt-BR" sz="1200" b="1" dirty="0"/>
              <a:t>acessíveis </a:t>
            </a:r>
            <a:br>
              <a:rPr lang="pt-BR" sz="1200" b="1" dirty="0">
                <a:latin typeface="Verdana" pitchFamily="34" charset="0"/>
                <a:ea typeface="Verdana" pitchFamily="34" charset="0"/>
              </a:rPr>
            </a:br>
            <a:br>
              <a:rPr lang="pt-BR" sz="1200" b="1" dirty="0">
                <a:latin typeface="Verdana" pitchFamily="34" charset="0"/>
                <a:ea typeface="Verdana" pitchFamily="34" charset="0"/>
              </a:rPr>
            </a:br>
            <a:br>
              <a:rPr lang="pt-BR" sz="1400" dirty="0">
                <a:latin typeface="Verdana" pitchFamily="34" charset="0"/>
                <a:ea typeface="Verdana" pitchFamily="34" charset="0"/>
              </a:rPr>
            </a:b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Texto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citação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agradecimentos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 eaLnBrk="1" hangingPunct="1"/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 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informações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importantes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397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Google Sans</vt:lpstr>
      <vt:lpstr>Open Sans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KELWIN</cp:lastModifiedBy>
  <cp:revision>24</cp:revision>
  <dcterms:created xsi:type="dcterms:W3CDTF">2021-05-14T17:32:15Z</dcterms:created>
  <dcterms:modified xsi:type="dcterms:W3CDTF">2026-10-15T23:03:54Z</dcterms:modified>
</cp:coreProperties>
</file>